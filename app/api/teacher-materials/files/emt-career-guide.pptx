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7fa4bc30b4d02" /><Relationship Type="http://schemas.openxmlformats.org/officeDocument/2006/relationships/extended-properties" Target="/docProps/app.xml" Id="Reffa16a818694e5d" /><Relationship Type="http://schemas.openxmlformats.org/officeDocument/2006/relationships/officeDocument" Target="/ppt/presentation.xml" Id="R5a80102e497a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157abd4cf4443"/>
  </p:sldMasterIdLst>
  <p:notesMasterIdLst>
    <p:notesMasterId xmlns:r="http://schemas.openxmlformats.org/officeDocument/2006/relationships" r:id="R6afe3891a2014e64"/>
  </p:notesMasterIdLst>
  <p:sldIdLst>
    <p:sldId xmlns:r="http://schemas.openxmlformats.org/officeDocument/2006/relationships" id="256" r:id="R8fb506bbb57441bd"/>
    <p:sldId xmlns:r="http://schemas.openxmlformats.org/officeDocument/2006/relationships" id="257" r:id="R2208f1fe9dac4b78"/>
    <p:sldId xmlns:r="http://schemas.openxmlformats.org/officeDocument/2006/relationships" id="258" r:id="R3cee0484173b4b7e"/>
    <p:sldId xmlns:r="http://schemas.openxmlformats.org/officeDocument/2006/relationships" id="259" r:id="R29e2a1abe46645d0"/>
    <p:sldId xmlns:r="http://schemas.openxmlformats.org/officeDocument/2006/relationships" id="260" r:id="Rbe16ada324614e65"/>
    <p:sldId xmlns:r="http://schemas.openxmlformats.org/officeDocument/2006/relationships" id="261" r:id="R4a5920a1f9bc40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de89b580a4d09" /><Relationship Type="http://schemas.openxmlformats.org/officeDocument/2006/relationships/slideMaster" Target="/ppt/slideMasters/slideMaster1.xml" Id="R91e157abd4cf4443" /><Relationship Type="http://schemas.openxmlformats.org/officeDocument/2006/relationships/notesMaster" Target="/ppt/notesMasters/notesMaster1.xml" Id="R6afe3891a2014e64" /><Relationship Type="http://schemas.openxmlformats.org/officeDocument/2006/relationships/presProps" Target="/ppt/presProps.xml" Id="R64f0ac07a8fc49a0" /><Relationship Type="http://schemas.openxmlformats.org/officeDocument/2006/relationships/tableStyles" Target="/ppt/tableStyles.xml" Id="R4c62c472b4a4485d" /><Relationship Type="http://schemas.openxmlformats.org/officeDocument/2006/relationships/slide" Target="/ppt/slides/slide1.xml" Id="R8fb506bbb57441bd" /><Relationship Type="http://schemas.openxmlformats.org/officeDocument/2006/relationships/slide" Target="/ppt/slides/slide2.xml" Id="R2208f1fe9dac4b78" /><Relationship Type="http://schemas.openxmlformats.org/officeDocument/2006/relationships/slide" Target="/ppt/slides/slide3.xml" Id="R3cee0484173b4b7e" /><Relationship Type="http://schemas.openxmlformats.org/officeDocument/2006/relationships/slide" Target="/ppt/slides/slide4.xml" Id="R29e2a1abe46645d0" /><Relationship Type="http://schemas.openxmlformats.org/officeDocument/2006/relationships/slide" Target="/ppt/slides/slide5.xml" Id="Rbe16ada324614e65" /><Relationship Type="http://schemas.openxmlformats.org/officeDocument/2006/relationships/slide" Target="/ppt/slides/slide6.xml" Id="R4a5920a1f9bc40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7d0998fb74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dd29b763e48fb" /><Relationship Type="http://schemas.openxmlformats.org/officeDocument/2006/relationships/notesMaster" Target="/ppt/notesMasters/notesMaster1.xml" Id="R295b80c537964d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9770b7f304f39" /><Relationship Type="http://schemas.openxmlformats.org/officeDocument/2006/relationships/notesMaster" Target="/ppt/notesMasters/notesMaster1.xml" Id="R5935a59c29b54f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644a8fbfbf4a44" /><Relationship Type="http://schemas.openxmlformats.org/officeDocument/2006/relationships/notesMaster" Target="/ppt/notesMasters/notesMaster1.xml" Id="Re8cb86c8692d44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03561d17364b82" /><Relationship Type="http://schemas.openxmlformats.org/officeDocument/2006/relationships/notesMaster" Target="/ppt/notesMasters/notesMaster1.xml" Id="Ra288c4cb0522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30d8647434ff4" /><Relationship Type="http://schemas.openxmlformats.org/officeDocument/2006/relationships/notesMaster" Target="/ppt/notesMasters/notesMaster1.xml" Id="R9694a0da56e64b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a92b9c1644e56" /><Relationship Type="http://schemas.openxmlformats.org/officeDocument/2006/relationships/notesMaster" Target="/ppt/notesMasters/notesMaster1.xml" Id="R0c1808fd679a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응급구조사 진로 교안의 표지입니다. 학생들에게 앱에서 경험한 장면을 떠올려 보게 한 뒤 직업의 실제 역할로 연결하세요.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- project asset: public/assets/nurse/career-cover-v2.webp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사진에서 환자보다 먼저 확인해야 할 위험 요소를 찾아보게 하세요. 응급구조사는 현장 안전을 확인하고 환자를 평가한 뒤 상담·구조·응급처치·이송·인계의 연결을 담당합니다.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- project asset: public/assets/nurse/dispatch-scene.webp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앱의 119 미션을 떠올리며 순서가 바뀌면 생길 수 있는 문제를 말하게 하세요. 빠르기만큼 안전 확인, 역할 분담, 정확한 인계가 중요함을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가슴압박 담당, AED 담당, 119 통화 담당, 주변 안전 담당으로 역할을 나눠 짧게 재연해보세요. 이 자료는 직업 체험용이며 실제 응급상황에서는 119 지시에 따릅니다.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assets: public/assets/nurse/cpr-training.webp, public/assets/nurse/aed-operation-v2.webp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1급과 2급은 교육·응시 경로와 시험과목이 다를 수 있습니다. 특정 학교 진학을 단정적으로 권하지 말고, 학생이 지원하는 시점에 국시원과 국가법령정보센터의 최신 내용을 확인하도록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- https://www.law.go.kr/LSW/flDownload.do?bylClsCd=110201&amp;flSeq=161295165&amp;gubun=</a:t>
            </a:r>
          </a:p>
          <a:p xmlns:a="http://schemas.openxmlformats.org/drawingml/2006/main">
            <a:r>
              <a:t>- https://www.kuksiwon.or.kr/notice/brd/m_51/view.do?seq=3793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 4명이 역할을 정해 30초 안에 행동 순서를 말하게 하세요. 실제 응급상황을 재현하거나 서로의 몸에 처치를 시행하지 않고, 말과 위치 이동만으로 시뮬레이션합니다.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https://www.law.go.kr/LSW/lsLawLinkInfo.do?chrClsCd=010202&amp;lsJoLnkSeq=1000818079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59024d8be4d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e447d7ceae40af" /><Relationship Type="http://schemas.openxmlformats.org/officeDocument/2006/relationships/slideLayout" Target="/ppt/slideLayouts/slideLayout1.xml" Id="R53e2ac23df1f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2ac23df1f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b4eef21e14c1d" /><Relationship Type="http://schemas.openxmlformats.org/officeDocument/2006/relationships/image" Target="/ppt/media/image.bin" Id="Rf876ff50a6234cef" /><Relationship Type="http://schemas.openxmlformats.org/officeDocument/2006/relationships/notesSlide" Target="/ppt/notesSlides/notesSlide1.xml" Id="Rdf4620a892a943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bf14d2c6f4716" /><Relationship Type="http://schemas.openxmlformats.org/officeDocument/2006/relationships/image" Target="/ppt/media/image2.bin" Id="R1124a798301e483f" /><Relationship Type="http://schemas.openxmlformats.org/officeDocument/2006/relationships/notesSlide" Target="/ppt/notesSlides/notesSlide2.xml" Id="R769fbf7c82a3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b2ee8eabe4dfa" /><Relationship Type="http://schemas.openxmlformats.org/officeDocument/2006/relationships/notesSlide" Target="/ppt/notesSlides/notesSlide3.xml" Id="Refcf8b2fe0f548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e60816c7542eb" /><Relationship Type="http://schemas.openxmlformats.org/officeDocument/2006/relationships/image" Target="/ppt/media/image3.bin" Id="R8c787745fc734b3b" /><Relationship Type="http://schemas.openxmlformats.org/officeDocument/2006/relationships/image" Target="/ppt/media/image4.bin" Id="Rbe0c36fe0e4543f4" /><Relationship Type="http://schemas.openxmlformats.org/officeDocument/2006/relationships/notesSlide" Target="/ppt/notesSlides/notesSlide4.xml" Id="R45b2fb5b2eea4a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a7f216a2142d0" /><Relationship Type="http://schemas.openxmlformats.org/officeDocument/2006/relationships/notesSlide" Target="/ppt/notesSlides/notesSlide5.xml" Id="R2ad00a366bfe4d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54e26b05745ca" /><Relationship Type="http://schemas.openxmlformats.org/officeDocument/2006/relationships/notesSlide" Target="/ppt/notesSlides/notesSlide6.xml" Id="Rd8d076a7f43a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6C86-5A6B-4C0E-98C5-20658CA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14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6ff50a6234cef"/>
          <a:srcRect xmlns:a="http://schemas.openxmlformats.org/drawingml/2006/main" l="0" t="19863" r="0" b="19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0"/>
            <a:ext cx="72771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3C5A-26D7-43F8-A4F3-9B05D93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4D200-69DB-423C-81EB-DEF88BF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GOLDEN TIME · TEACHER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09EE7-4454-4399-A65C-2C2F68D4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응급구조사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B446-FAA5-4065-A185-5D04EFA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8232"/>
                </a:solidFill>
              </a:defRPr>
            </a:pPr>
            <a:r>
              <a:rPr sz="1125" b="1">
                <a:solidFill>
                  <a:srgbClr val="E98232"/>
                </a:solidFill>
              </a:rPr>
              <a:t>EMERGENCY MEDICAL TECHNICIAN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E237C-83DB-4F2D-BDEF-0E34D39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현장에서 환자를 평가하고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병원까지 안전하게 연결하는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A74D6-61BF-4967-A29F-795B60EB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DEC"/>
                </a:solidFill>
              </a:defRPr>
            </a:pPr>
            <a:r>
              <a:rPr sz="975" b="0">
                <a:solidFill>
                  <a:srgbClr val="DDEDEC"/>
                </a:solidFill>
              </a:rPr>
              <a:t>진로체험 수업용 · 교사용 자료</a:t>
            </a:r>
          </a:p>
        </p:txBody>
      </p:sp>
    </p:spTree>
    <p:extLst>
      <p:ext uri="{BB962C8B-B14F-4D97-AF65-F5344CB8AC3E}">
        <p14:creationId xmlns:p14="http://schemas.microsoft.com/office/powerpoint/2010/main" val="878886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B3F6E-5445-4BBE-967D-59B7680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8232"/>
                </a:solidFill>
              </a:defRPr>
            </a:pPr>
            <a:r>
              <a:rPr sz="900" b="1">
                <a:solidFill>
                  <a:srgbClr val="E98232"/>
                </a:solidFill>
              </a:rPr>
              <a:t>01 · FIRST ON SCENE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8B99E-AC06-4DC8-8DAF-B0FFE0A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현장의 첫 판단이 다음 시간을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EB7D-BD1D-45B5-BA73-4FF8DAFA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응급구조사는 현장에서 상담·구조·이송을 수행하고 정해진 범위에서 응급처치를 합니다.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4a798301e483f"/>
          <a:srcRect xmlns:a="http://schemas.openxmlformats.org/drawingml/2006/main" l="0" t="5508" r="0" b="5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43100"/>
            <a:ext cx="67437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2C353-8624-43A9-B770-7B4D046C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8232"/>
                </a:solidFill>
              </a:defRPr>
            </a:pPr>
            <a:r>
              <a:rPr sz="1125" b="1">
                <a:solidFill>
                  <a:srgbClr val="E9823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0F766-4CDD-45F0-AF47-C9A31EA7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33"/>
                </a:solidFill>
              </a:defRPr>
            </a:pPr>
            <a:r>
              <a:rPr sz="1725" b="1">
                <a:solidFill>
                  <a:srgbClr val="102F33"/>
                </a:solidFill>
              </a:rPr>
              <a:t>현장 안전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1E55-3689-4BE7-95D6-95B3832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77A"/>
                </a:solidFill>
              </a:defRPr>
            </a:pPr>
            <a:r>
              <a:rPr sz="1050" b="0">
                <a:solidFill>
                  <a:srgbClr val="66777A"/>
                </a:solidFill>
              </a:rPr>
              <a:t>차량·불·전기·추가 사고 위험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67C5C-E01B-4F6D-B08A-8E1A776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A4CB1-AE5A-401D-A3D7-C87B158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8232"/>
                </a:solidFill>
              </a:defRPr>
            </a:pPr>
            <a:r>
              <a:rPr sz="1125" b="1">
                <a:solidFill>
                  <a:srgbClr val="E9823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A7913-61AE-49E5-8E07-A581AB28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33"/>
                </a:solidFill>
              </a:defRPr>
            </a:pPr>
            <a:r>
              <a:rPr sz="1725" b="1">
                <a:solidFill>
                  <a:srgbClr val="102F33"/>
                </a:solidFill>
              </a:rPr>
              <a:t>환자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2B0DD-AC98-4344-BC0A-CC57557E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77A"/>
                </a:solidFill>
              </a:defRPr>
            </a:pPr>
            <a:r>
              <a:rPr sz="1050" b="0">
                <a:solidFill>
                  <a:srgbClr val="66777A"/>
                </a:solidFill>
              </a:rPr>
              <a:t>의식·호흡·출혈·통증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1615A-2C77-4D29-9634-0C4D67C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3409E-3CF2-4900-AD92-9E5F8B55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8232"/>
                </a:solidFill>
              </a:defRPr>
            </a:pPr>
            <a:r>
              <a:rPr sz="1125" b="1">
                <a:solidFill>
                  <a:srgbClr val="E982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72143-0D6B-4599-8485-47A51ADF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33"/>
                </a:solidFill>
              </a:defRPr>
            </a:pPr>
            <a:r>
              <a:rPr sz="1725" b="1">
                <a:solidFill>
                  <a:srgbClr val="102F33"/>
                </a:solidFill>
              </a:rPr>
              <a:t>처치와 이송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2147A-D148-4183-8379-4A62465B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77A"/>
                </a:solidFill>
              </a:defRPr>
            </a:pPr>
            <a:r>
              <a:rPr sz="1050" b="0">
                <a:solidFill>
                  <a:srgbClr val="66777A"/>
                </a:solidFill>
              </a:rPr>
              <a:t>필요한 응급처치와 병원 인계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874AF-ECC7-4FA9-8DF3-70DBF61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D26A4-0A36-4F40-8962-DC611D0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A51BC-06C1-44F4-A2BE-AEB88A2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EMT CAREER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F5E55-3FA1-495B-99D9-86BC300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8534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7F15C-E33B-448A-8303-2ACF38D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8232"/>
                </a:solidFill>
              </a:defRPr>
            </a:pPr>
            <a:r>
              <a:rPr sz="900" b="1">
                <a:solidFill>
                  <a:srgbClr val="E98232"/>
                </a:solidFill>
              </a:rPr>
              <a:t>02 · RESPONSE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F9D32-3E1D-4EDD-8D5E-7623691E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현장 대응은 순서가 생명입니다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00D34-D809-461A-8B06-C5BDFAB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빠르게 움직이되, 순서를 건너뛰지 않는 것이 전문성입니다.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ED32D-33F8-47F1-B55F-6A2AC436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975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FFE1-E810-497F-A5A1-A6B0EC3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BA49D-215A-4B6D-B55D-21480D3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A3381-8799-48AF-B3EC-C9CE34B5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안전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E9F40-E219-42CD-828A-13B4A5D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나와 동료, 환자에게 추가 위험이 없는지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12300-9AFC-4E2E-A9DC-986F771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B6530-EB85-4C98-9436-BE0C8A2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598D-1544-48AE-8140-8A717B2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상태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42138-515D-4D26-A05F-625C8DB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의식·호흡·출혈과 주요 증상을 빠르게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5B2B2-A88D-47D1-871E-2772EBFD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60FC6-D466-4F41-802C-A9641DD3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839AB-4DF6-4AC9-9B1F-B282EAD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응급처치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D37BF-7974-4A00-B5C5-DF42A73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상태에 맞는 처치를 팀과 함께 수행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21F34-06BF-4B8E-A84A-D0D0159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CBE0B-E6A2-4459-BB92-998D3EB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AFC1B-9A39-40AD-A885-55452299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이송·인계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009B9-216F-49A8-990C-A05800F4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변화와 처치 내용을 의료진에게 정확히 전달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3924A-5334-4D56-AA13-911C7EFD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922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98B7C-9211-47B8-8FCD-A938E506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244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수업 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0AE12-16BF-49EE-84FF-2B4A3709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86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“신고·가슴압박·AED를 왜 순서대로 경험했을까요?”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352C8-5EEA-4CB6-A4D0-A6FC8992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507E-4A53-4419-B41A-DC5345C6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EMT CAREER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A2653-7438-4FD8-8DE5-7D0FF5D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5613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591EB-D067-4AF9-AB51-FD90D840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8232"/>
                </a:solidFill>
              </a:defRPr>
            </a:pPr>
            <a:r>
              <a:rPr sz="900" b="1">
                <a:solidFill>
                  <a:srgbClr val="E98232"/>
                </a:solidFill>
              </a:rPr>
              <a:t>03 · HANDS-ON TEAMWORK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DA251-0F13-4DFE-AED7-426C891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장비는 손으로, 판단은 팀으로 움직입니다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04EE0-F002-4C89-B22A-25E62BDD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가슴압박과 AED는 한 사람이 모든 일을 하는 활동이 아닙니다.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87745fc734b3b"/>
          <a:srcRect xmlns:a="http://schemas.openxmlformats.org/drawingml/2006/main" l="0" t="1277" r="0" b="1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24050"/>
            <a:ext cx="5219700" cy="33909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c36fe0e4543f4"/>
          <a:srcRect xmlns:a="http://schemas.openxmlformats.org/drawingml/2006/main" l="0" t="24015" r="0" b="24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24050"/>
            <a:ext cx="5219700" cy="33909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2C624-9507-467B-92C6-E3A99B2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33"/>
                </a:solidFill>
              </a:defRPr>
            </a:pPr>
            <a:r>
              <a:rPr sz="1650" b="1">
                <a:solidFill>
                  <a:srgbClr val="102F33"/>
                </a:solidFill>
              </a:rPr>
              <a:t>가슴압박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7FDC9-7D80-451A-B30B-0CBCEE4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0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77A"/>
                </a:solidFill>
              </a:defRPr>
            </a:pPr>
            <a:r>
              <a:rPr sz="1125" b="0">
                <a:solidFill>
                  <a:srgbClr val="66777A"/>
                </a:solidFill>
              </a:rPr>
              <a:t>리듬 유지 · 교대 · 피드백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A7586-AAD4-4A32-95D5-148639D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05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33"/>
                </a:solidFill>
              </a:defRPr>
            </a:pPr>
            <a:r>
              <a:rPr sz="1650" b="1">
                <a:solidFill>
                  <a:srgbClr val="102F33"/>
                </a:solidFill>
              </a:rPr>
              <a:t>AED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71CE6-125B-4358-8284-24D6E83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77A"/>
                </a:solidFill>
              </a:defRPr>
            </a:pPr>
            <a:r>
              <a:rPr sz="1125" b="0">
                <a:solidFill>
                  <a:srgbClr val="66777A"/>
                </a:solidFill>
              </a:rPr>
              <a:t>전원 · 패드 · 분석 · 모두 물러남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1CC3E-0BB3-4981-AADD-1F7AA17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6FC6B-267B-4CC3-95E3-361A4DD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EMT CAREER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A59DA-3ABB-4EB1-BBE7-4026039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1456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B0784-5DC4-44E2-8E83-2899CEF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8232"/>
                </a:solidFill>
              </a:defRPr>
            </a:pPr>
            <a:r>
              <a:rPr sz="900" b="1">
                <a:solidFill>
                  <a:srgbClr val="E98232"/>
                </a:solidFill>
              </a:rPr>
              <a:t>04 · PATH TO CERTIFICATION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ECBB9-A630-4CA4-A118-EE98EDD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응급구조사가 되는 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9BD57-D892-4AD4-9665-4CA8D09A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1급과 2급의 교육·응시 경로와 업무 범위는 관련 법령과 최신 시험 공고에서 확인해야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DE501-895F-4104-A103-F943022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90825"/>
            <a:ext cx="975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105A3-24B6-4226-87C7-6F4EABE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1A31B-2FF5-4909-9A38-B91511A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54D4A-4EA0-4D12-A65B-1635B60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교육과정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031DF-69B5-43B4-9085-B2376C2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법령에서 정한 양성대학·교육과정 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E4348-BEF2-49BE-8E1E-3C61805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293B6-7ABC-4F2E-BBC7-E992DA33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AB7D2-3836-4063-B4A6-3FA103F2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국가시험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F553A-DF8A-4FB7-A955-63E38E7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필기와 실기에서 지식·기능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F7A60-1F6A-46A2-9051-B73EB9B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8D70A-3C73-4811-9323-1CA327FF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DB4F2-6D45-4C08-B6DD-0FFFB75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자격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8CA73-D8D5-4A4C-BF9D-7F12C8BD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보건복지부장관의 응급구조사 자격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E38ED-30DC-499C-A0B1-A4D60F0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CB85F-8439-4EF8-99F7-24FC700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206B7-3D4A-40B3-ABA0-3BBB7CF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현장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59973-4A78-4C3E-8B41-5472E4E4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구급·응급의료·재난·교육 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35787-F4AE-4E78-BF11-BBB57F4A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9220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C9AB3-FB48-4901-B79F-8C535109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F33"/>
                </a:solidFill>
              </a:defRPr>
            </a:pPr>
            <a:r>
              <a:rPr sz="1200" b="1">
                <a:solidFill>
                  <a:srgbClr val="102F33"/>
                </a:solidFill>
              </a:rPr>
              <a:t>학과·교육기관과 국가시험 세부 기준은 지원 시점의 공식 공고를 반드시 확인하세요.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DBAEF-2265-4D48-9FCF-FC86347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2C1FC-6200-40B2-B786-63DCCAB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EMT CAREER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F9288-8451-4F94-A76C-3967F311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3707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71242-B7AC-4D9C-A676-1D468A3D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05 · SCENARIO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449CE-5168-4011-B3C4-8E3D050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교실에서 바로 쓰는 현장 토론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85F1E-A350-4AE3-8B7A-8FFF4C5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DEDEC"/>
                </a:solidFill>
              </a:defRPr>
            </a:pPr>
            <a:r>
              <a:rPr sz="1425" b="0">
                <a:solidFill>
                  <a:srgbClr val="DDEDEC"/>
                </a:solidFill>
              </a:rPr>
              <a:t>상황: 학교 앞 도로에서 한 사람이 쓰러졌고, 차량이 계속 지나갑니다.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222A-2146-439E-8159-53433E7A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AB0C-71AB-4446-AC38-70AC4A0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720B7-33D8-4875-96D3-4A653A6A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05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8232"/>
                </a:solidFill>
              </a:defRPr>
            </a:pPr>
            <a:r>
              <a:rPr sz="1050" b="1">
                <a:solidFill>
                  <a:srgbClr val="E98232"/>
                </a:solidFill>
              </a:rPr>
              <a:t>가장 먼저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BA927-7128-44C2-8C35-800D6C9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어디가 안전한지 무엇부터 확인할까?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F6845-91F8-4B85-BE7C-B76CC8ED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43C1B-0BE6-40C3-B237-19A15AA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FC749-51B4-470E-826D-3C2C8B5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C8FB0-6D18-4652-92A2-20332D8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8232"/>
                </a:solidFill>
              </a:defRPr>
            </a:pPr>
            <a:r>
              <a:rPr sz="1050" b="1">
                <a:solidFill>
                  <a:srgbClr val="E98232"/>
                </a:solidFill>
              </a:rPr>
              <a:t>역할 분담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1727B-E6A0-402D-AA9E-BBF17F0C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신고·가슴압박·AED·교통 통제를 누가 맡을까?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F3F55-8EE1-46E7-8D02-6E253DA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3BEB5-97BF-4872-B864-2BDFA892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E734F-C8B4-41B9-AEBC-B42A5900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977EB-2CA5-4106-A6A1-A0B8C4E5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8232"/>
                </a:solidFill>
              </a:defRPr>
            </a:pPr>
            <a:r>
              <a:rPr sz="1050" b="1">
                <a:solidFill>
                  <a:srgbClr val="E98232"/>
                </a:solidFill>
              </a:rPr>
              <a:t>인계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E67CE-D8F6-4CF2-B564-231CAEF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339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도착한 구급대원에게 어떤 정보를 알려야 할까?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D9F86-673B-4553-933C-2D9744E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D392C-59DB-4AE2-8158-840ED7D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마무리 · ‘가장 빠른 사람’보다 ‘순서를 지키고 팀을 움직이는 사람’이 전문적입니다.</a:t>
            </a:r>
          </a:p>
        </p:txBody>
      </p:sp>
    </p:spTree>
    <p:extLst>
      <p:ext uri="{BB962C8B-B14F-4D97-AF65-F5344CB8AC3E}">
        <p14:creationId xmlns:p14="http://schemas.microsoft.com/office/powerpoint/2010/main" val="95375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2026-08-14T08:09:10.1880000Z</dcterms:created>
  <dcterms:modified xsi:type="dcterms:W3CDTF">2026-08-14T08:09:10.1880000Z</dcterms:modified>
</coreProperties>
</file>